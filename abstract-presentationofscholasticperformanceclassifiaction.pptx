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2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F55D1-AD1B-A34C-90DF-0997E30F9E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171A5-8399-7744-97C8-7CC4F0B0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3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Asna Faizeen</cp:lastModifiedBy>
  <cp:revision>2</cp:revision>
  <dcterms:created xsi:type="dcterms:W3CDTF">2026-01-24T11:48:18Z</dcterms:created>
  <dcterms:modified xsi:type="dcterms:W3CDTF">2026-04-02T10:48:07Z</dcterms:modified>
</cp:coreProperties>
</file>